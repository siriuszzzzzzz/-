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同窗小栈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A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低压力校园关系基础设施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3840480"/>
            <a:ext cx="2743200" cy="36576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7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被看见 · 被理解 · 被连接 · 被允许缓慢成长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  |  原型完成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1247120" cy="36576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548640"/>
            <a:ext cx="36576" cy="6400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中国高校辅导员人均管理 300–500 名学生，但手中的工具只有微信群和 Excel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6B"/>
                </a:solidFill>
              </a:rPr>
              <a:t>核心问题：</a:t>
            </a:r>
            <a:pPr indent="0" marL="0">
              <a:buNone/>
            </a:pPr>
            <a:r>
              <a:rPr lang="en-US" sz="1300" dirty="0">
                <a:solidFill>
                  <a:srgbClr val="1C2840"/>
                </a:solidFill>
              </a:rPr>
              <a:t>辅导员被要求密切关注每位学生的心理状态并主动发现危机信号，但现有工具让这个目标在数学上就不可能实现。58% 的大学生表示「有想说的话但不知道对谁说」，超过 60% 的求助信号在首次出现两周内未被任何人察觉。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64592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6B"/>
                </a:solidFill>
              </a:rPr>
              <a:t>解决方案：</a:t>
            </a:r>
            <a:pPr indent="0" marL="0">
              <a:buNone/>
            </a:pPr>
            <a:r>
              <a:rPr lang="en-US" sz="1300" dirty="0">
                <a:solidFill>
                  <a:srgbClr val="1C2840"/>
                </a:solidFill>
              </a:rPr>
              <a:t>同窗小栈以「班级星空」为隐喻，用 Canvas 动画星空、匿名树洞、AI 情绪洞察、星光养成系统和事前干预机制，重新定义了辅导员与学生之间的关系——从管理到陪伴，从事后响应到事前预防。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0789920" cy="91440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辅导员配比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: 300–500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实际管理学生数，远超 1:200 标准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求助信号遗漏率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 60%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首次出现后两周内未被察觉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学生沉默比例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有想说的话但不知道对谁说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产品综合评分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90/100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轮设计审查 + 2 轮安全审计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月成本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¥5 / 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 API，国内直连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1247120" cy="36576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548640"/>
            <a:ext cx="36576" cy="6400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现有工具从「管理」和「测评」出发，学生感受到的是被审视，而非被理解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78992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代表产品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致命缺陷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学生感受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即时通讯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微信群、QQ 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信息洪流，无法结构化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被淹没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管理平台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易班、今日校园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自上而下，通知驱动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被视为负担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心理测评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SCL-90 等量表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一次性收集，防御性作答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像考试一样紧张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表单工具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金山文档、问卷星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无持续性，无法追踪变化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填完就忘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社交媒体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微博、小红书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学生活跃但辅导员无法观测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两个平行世界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389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同窗小栈开创「校园关系基础设施」新品类：陪伴而非管理、看见而非审视、成长而非考核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1247120" cy="36576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548640"/>
            <a:ext cx="36576" cy="6400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一个以班级星空为隐喻的街区——辅导员是走在街上的邻居，不需要挨家挨户敲门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DFB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 —— 被看见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每天选择心情 → Canvas 星空点亮对应颜色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发表日常、求助、状态粒子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匿名丢进树洞 → AI 匹配相似经历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被同学「点亮」→ 星光落入收集罐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 阶段养成：🌱→🌿→🪴→🌳→🌸→🌺→🌟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 种徽章 × 4 级自动颁发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同频人匹配 + 送花 + 虚拟咖啡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个人 AI 情绪洞察（DeepSeek）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每周成长周报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DFBF7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辅导员端 —— 事前干预 + 带头示范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仪表盘：班级星空色块 + 危机预警红色条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学生档案：14 天情绪曲线 + 信号标签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班级动态时间线：打卡/发帖/点亮聚合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一键分析 + 下周预测面板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匿名回应树洞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主动「点亮」学生 → 轻轻一句问候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带头打卡健身/分享 → 学生自然跟上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发起微行动话题 → 激发兴趣和潜能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跨班话题同步到年级广场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1247120" cy="36576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548640"/>
            <a:ext cx="36576" cy="6400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从日常行为的细微变化中自动捕捉信号——不需要学生主动开口，系统先于问题发现异常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事前干预 vs 事后响应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789920" cy="91440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传统事后响应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同窗小栈事前干预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学生主动报告 / 量表筛查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日常打卡 + 行为数据自然产生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发现速度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问题发生数周后才被察觉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连续异常当天即可标记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干预方式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正式约谈，学生防御性强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轻轻一句问候，学生可选择回应或沉默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情绪低落检测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依赖学生自述，多数沉默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连续阴雨/风暴/长期未活跃 → 自动预警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辅导员角色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危机处理者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街区邻居，路过看见灯暗了就敲敲门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一次性问卷，完成率低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天持续打卡 + 发言 + 互动 + 星光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1247120" cy="36576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548640"/>
            <a:ext cx="36576" cy="6400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让一个辅导员真正能关注到几百个人的情绪波动——不是替代人的判断，而是让沉默者被看见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情绪洞察系统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大模型接入 · 国内直连 · 无需 VPN · 百万 token 约 ¥1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0789920" cy="914400"/>
        </p:xfrm>
        <a:graphic>
          <a:graphicData uri="http://schemas.openxmlformats.org/drawingml/2006/table">
            <a:tbl>
              <a:tblPr/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触发时机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输出内容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月成本/班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个人情绪洞察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每次打卡后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基于 30 天历史的自然语言洞察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树洞智能匹配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写下树洞后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匹配最相似历史树洞 + 温暖反馈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辅导员预测面板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辅导员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手动触发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趋势判断 + 风险等级 + 行动建议 + 与上次对比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840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API Key 时自动降级为规则引擎，保证零成本可用。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1247120" cy="36576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548640"/>
            <a:ext cx="36576" cy="6400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星光不是积分，是成长的痕迹——三条路径获得，七阶段可视化成长，五类徽章自动颁发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78992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星光路径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触发条件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频率限制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对应徽章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被同学点亮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发言被同学认可，对方点击点亮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每人每天限点亮同一人 1 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星光收集者（5/15/30/50）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帮助同学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在求助帖下有效回复（≥5 字）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每次有效回复自动获得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助人为乐（1/5/15/30）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坚持打卡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每天来记录心情，不中断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 3/7/14/30 天里程碑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坚持打卡（3/7/14/30）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阶段养成：种子 → 发芽 → 幼苗 → 小树 → 开花 → 盛放 → 星光花园（50/100 颗时触发全屏撒花）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7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星光不能兑换、不能比较、不能购买。它不是财富，是成长的痕迹。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1247120" cy="36576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548640"/>
            <a:ext cx="36576" cy="6400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文凭换工作的时代结束了——AI 时代需要的是长期坚持、自我发现、持续成长的底层能力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辅导员带头：AI 时代的赋能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6B"/>
                </a:solidFill>
              </a:rPr>
              <a:t>现状：</a:t>
            </a:r>
            <a:pPr indent="0" marL="0">
              <a:buNone/>
            </a:pPr>
            <a:r>
              <a:rPr lang="en-US" sz="1300" dirty="0">
                <a:solidFill>
                  <a:srgbClr val="1C2840"/>
                </a:solidFill>
              </a:rPr>
              <a:t>AI 正在重写所有行业的规则。今天的大学生毕业时面临着前几代人从未遇到过的局面——一张文凭不再能保证一份工作。「技能」这个词本身也需要被重新理解：它不是某个证书或课程，而是一种底层素质：长期坚持一件事的能力、自己发现兴趣并深入下去的能力、在不确定中仍持续成长的韧性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6B"/>
                </a:solidFill>
              </a:rPr>
              <a:t>解决方案：</a:t>
            </a:r>
            <a:pPr indent="0" marL="0">
              <a:buNone/>
            </a:pPr>
            <a:r>
              <a:rPr lang="en-US" sz="1300" dirty="0">
                <a:solidFill>
                  <a:srgbClr val="1C2840"/>
                </a:solidFill>
              </a:rPr>
              <a:t>这些东西没法通过一堂课教会，只能在四年的日常中慢慢培养。同窗小栈中辅导员不是在管理学生，而是在前面带路——带头打卡健身、发起微行动话题、分享自己的技能。学生在班级动态里看到老师也在动，就有人自然地跟着动。学什么不重要——健身、摄影、乐器、阅读、编程——重要的是这个过程中的底层训练：我选择了一件事，我坚持下来了，我在这个过程中发现了自己的兴趣和潜能。这种能力在 AI 时代比任何单一技能都更珍贵。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1247120" cy="36576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548640"/>
            <a:ext cx="36576" cy="6400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 5 轮专业设计审查和 2 轮安全审计，产品综合评分 90/100，设计满分 40/40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789920" cy="91440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关键支撑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设计质量（Nielsen 十启发式）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40/40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轮 impeccable 审查 + WCAG 可访问性审计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被看见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85/100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通知系统、回复追踪、辅导员已读、点亮反馈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被理解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84/100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树洞 AI 匹配、个人情绪洞察、辅导员预测面板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被连接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86/100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虚拟咖啡、送花、同频人、悄悄话、好意反应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被允许缓慢成长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90/100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阶段养成、5 种徽章、周报、里程碑撒花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安全审计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 CRITICAL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无硬编码密钥、bcrypt 密码哈希、CSRF 防护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测试 5/5 全绿 · TypeScript 零错误 · 30+ 功能可交互 · 一条命令启动演示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1247120" cy="36576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548640"/>
            <a:ext cx="36576" cy="6400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3,012 所高校、3,000 万+ 在校生、50 万+ 辅导员——创造「校园关系基础设施」新品类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789920" cy="91440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中国高校数量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3,012 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本科 1,270 + 专科 1,486 + 成人 256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在校大学生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3,000 万+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含普通本专科 + 研究生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辅导员数量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万+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1:200 标准配比估算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高校信息化预算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¥200–500 万/校/年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含软件、服务、培训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目标商业模式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按班级 SaaS 订阅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基础版免费 + 专业版（含 AI）收费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不和任何现有产品直接竞争——开创「校园关系基础设施」新品类。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1247120" cy="36576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548640"/>
            <a:ext cx="36576" cy="6400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零配置本地开发，一条命令启动，已验证生产部署链路（Vercel + Supabase）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789920" cy="91440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前端框架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Next.js 14 (App Router)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React Server Components + 流式渲染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类型系统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TypeScript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全量类型覆盖，零 any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样式方案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TailwindCSS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自定义 warm/coral/mint/peach 色板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Prisma 5 + SQLite/PostgreSQL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开发零配置，生产一键切换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NextAuth.js v4 (JWT)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Credentials Provider + 中间件路由保护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引擎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 API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国内直连，中文顶级，约 ¥1/百万 token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Canvas API + CSS Animations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 颗星逐颗点亮 + 撒花庆祝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Vitest + Playwright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单元 + 5 E2E，覆盖核心流程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1247120" cy="36576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548640"/>
            <a:ext cx="36576" cy="6400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原型完成，30+ 功能全部可交互——下一步进入真实用户测试阶段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789920" cy="91440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原型开发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30+ 功能、50 名虚拟学生、7 天模拟数据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设计审计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Nielsen 40/40、WCAG 35/40、安全零 CRITICAL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E2E 测试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条核心流程全部通过（Playwright）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 · 真实用户测试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1–2 个班级试用 2 周，收集反馈迭代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⏳ 下一步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 · 生产部署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Vercel + Supabase 上线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⏳ 下一步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 · AI 模型微调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基于真实数据优化情绪分析准确度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⏳ 后续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 · 移动端适配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PWA 或微信小程序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⏳ 后续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需要的资源：1 名全栈工程师（代码基础扎实，上手快）+ 1 名高校关系负责人（对接试点学校）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A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同窗小栈不是工具，是一个街区。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7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辅导员在一扇窗前看一片星空——哪些星在暗下去，哪些星在亮起来。然后决定要不要走过去，轻轻敲一下门。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2026-05-14T15:00:56Z</dcterms:created>
  <dcterms:modified xsi:type="dcterms:W3CDTF">2026-05-14T15:00:56Z</dcterms:modified>
</cp:coreProperties>
</file>