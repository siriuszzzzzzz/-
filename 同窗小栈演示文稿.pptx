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同窗小栈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A5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低压力校园关系基础设施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7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被看见 · 被理解 · 被连接 · 被允许缓慢成长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840"/>
                </a:solidFill>
              </a:rPr>
              <a:t>背景与问题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7A6B"/>
                </a:solidFill>
              </a:rPr>
              <a:t>辅导员困境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人均管理300-500名学生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被要求密切关注每位学生心理状态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工具只有微信群和Excel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0" y="128016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7A6B"/>
                </a:solidFill>
              </a:rPr>
              <a:t>学生困境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58%有想说的话不知道对谁说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47%从未主动找过辅导员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• 60%+ 求助信号2周内未被察觉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A58A"/>
                </a:solidFill>
              </a:rPr>
              <a:t>核心矛盾：辅导员被要求关注每一位学生，但现有工具让这个目标在数学上就不可能实现。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840"/>
                </a:solidFill>
              </a:rPr>
              <a:t>解决方案：同窗小栈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以「班级星空」为隐喻的校园关系基础设施。不是管理工具——是学生愿意每天来坐坐的温暖空间。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3200400" cy="18288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194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40"/>
                </a:solidFill>
              </a:rPr>
              <a:t>不设排行榜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58A"/>
                </a:solidFill>
              </a:rPr>
              <a:t>成长不是竞争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200400" cy="18288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194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40"/>
                </a:solidFill>
              </a:rPr>
              <a:t>不做即时通讯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58A"/>
                </a:solidFill>
              </a:rPr>
              <a:t>降低社交压力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63840" y="2011680"/>
            <a:ext cx="3200400" cy="18288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2194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40"/>
                </a:solidFill>
              </a:rPr>
              <a:t>辅导员隐身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46720" y="2743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58A"/>
                </a:solidFill>
              </a:rPr>
              <a:t>学生自由时不可见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206240"/>
            <a:ext cx="3200400" cy="18288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7280" y="4389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40"/>
                </a:solidFill>
              </a:rPr>
              <a:t>匿名优先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937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58A"/>
                </a:solidFill>
              </a:rPr>
              <a:t>降低表达门槛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4206240"/>
            <a:ext cx="3200400" cy="18288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4389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40"/>
                </a:solidFill>
              </a:rPr>
              <a:t>不被评价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4937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58A"/>
                </a:solidFill>
              </a:rPr>
              <a:t>只呈现事实不给分数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0" y="4206240"/>
            <a:ext cx="3200400" cy="182880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0" y="4389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40"/>
                </a:solidFill>
              </a:rPr>
              <a:t>温暖但不幼稚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4937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58A"/>
                </a:solidFill>
              </a:rPr>
              <a:t>给成年人的柔软空间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840"/>
                </a:solidFill>
              </a:rPr>
              <a:t>核心功能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24688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840"/>
                </a:solidFill>
              </a:rPr>
              <a:t>班级星空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Canvas动画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心情打卡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双视角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24688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🌲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840"/>
                </a:solidFill>
              </a:rPr>
              <a:t>匿名树洞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AI匹配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匿名回应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词云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560320" cy="24688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840"/>
                </a:solidFill>
              </a:rPr>
              <a:t>星光养成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7阶段成长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3条路径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撒花庆祝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61120" y="1188720"/>
            <a:ext cx="2560320" cy="24688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96112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840"/>
                </a:solidFill>
              </a:rPr>
              <a:t>AI洞察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0" y="2468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个人分析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智能匹配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辅导员预测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2560320" cy="24688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4023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☕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840"/>
                </a:solidFill>
              </a:rPr>
              <a:t>同频人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52120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心情匹配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送花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虚拟咖啡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931920"/>
            <a:ext cx="2560320" cy="24688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91840" y="4023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🏅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291840" y="4754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840"/>
                </a:solidFill>
              </a:rPr>
              <a:t>徽章系统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91840" y="52120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5种×4级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自动颁发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931920"/>
            <a:ext cx="2560320" cy="24688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26480" y="4023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126480" y="4754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840"/>
                </a:solidFill>
              </a:rPr>
              <a:t>专业面板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26480" y="52120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危机预警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学生档案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动态流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961120" y="3931920"/>
            <a:ext cx="2560320" cy="246888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961120" y="40233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961120" y="4754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840"/>
                </a:solidFill>
              </a:rPr>
              <a:t>年级广场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961120" y="52120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跨班话题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好意展板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A58A"/>
                </a:solidFill>
              </a:rPr>
              <a:t>标签筛选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840"/>
                </a:solidFill>
              </a:rPr>
              <a:t>产品指标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737360" cy="2560320"/>
          </a:xfrm>
          <a:prstGeom prst="roundRect">
            <a:avLst/>
          </a:prstGeom>
          <a:solidFill>
            <a:srgbClr val="1C2840"/>
          </a:solidFill>
          <a:ln/>
          <a:effectLst>
            <a:outerShdw sx="100000" sy="100000" kx="0" ky="0" algn="bl" rotWithShape="0" blurRad="76200" dist="50800" dir="16200000">
              <a:srgbClr val="00000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设计质量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(Nielsen启发式)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CDC4"/>
                </a:solidFill>
              </a:rPr>
              <a:t>40/40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377440" y="1280160"/>
            <a:ext cx="1737360" cy="2560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50800" dir="16200000">
              <a:srgbClr val="000000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77440" y="14630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40"/>
                </a:solidFill>
              </a:rPr>
              <a:t>被看见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25603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7A6B"/>
                </a:solidFill>
              </a:rPr>
              <a:t>85/100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297680" y="1280160"/>
            <a:ext cx="1737360" cy="2560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50800" dir="16200000">
              <a:srgbClr val="000000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0" y="14630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40"/>
                </a:solidFill>
              </a:rPr>
              <a:t>被理解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25603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7A6B"/>
                </a:solidFill>
              </a:rPr>
              <a:t>84/100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1737360" cy="2560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50800" dir="16200000">
              <a:srgbClr val="000000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4630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40"/>
                </a:solidFill>
              </a:rPr>
              <a:t>被连接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5603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7A6B"/>
                </a:solidFill>
              </a:rPr>
              <a:t>86/100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138160" y="1280160"/>
            <a:ext cx="1737360" cy="2560320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50800" dir="16200000">
              <a:srgbClr val="000000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38160" y="14630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840"/>
                </a:solidFill>
              </a:rPr>
              <a:t>被允许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2840"/>
                </a:solidFill>
              </a:rPr>
              <a:t>缓慢成长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38160" y="25603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7A6B"/>
                </a:solidFill>
              </a:rPr>
              <a:t>90/100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10058400" y="1280160"/>
            <a:ext cx="1737360" cy="2560320"/>
          </a:xfrm>
          <a:prstGeom prst="roundRect">
            <a:avLst/>
          </a:prstGeom>
          <a:solidFill>
            <a:srgbClr val="FF7A6B"/>
          </a:solidFill>
          <a:ln/>
          <a:effectLst>
            <a:outerShdw sx="100000" sy="100000" kx="0" ky="0" algn="bl" rotWithShape="0" blurRad="76200" dist="50800" dir="16200000">
              <a:srgbClr val="000000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58400" y="14630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综合产品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0" y="25603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ECDC4"/>
                </a:solidFill>
              </a:rPr>
              <a:t>90/100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A58A"/>
                </a:solidFill>
              </a:rPr>
              <a:t>5轮设计审查 · 2轮安全审计 · 零CRITICAL漏洞 · 5/5 E2E全绿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840"/>
                </a:solidFill>
              </a:rPr>
              <a:t>技术架构与成本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7A6B"/>
                </a:solidFill>
              </a:rPr>
              <a:t>技术栈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Next.js 14 + TypeScript + TailwindCSS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Prisma 5 + SQLite/PostgreSQL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NextAuth.js (JWT)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DeepSeek API (国内直连)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Canvas API + CSS Animations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Vitest + Playwright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0" y="1280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7A6B"/>
                </a:solidFill>
              </a:rPr>
              <a:t>AI 成本估算
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DeepSeek: ~1元/百万token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个人洞察: ~0.5元/月/班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树洞匹配: ~0.3元/月/班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辅导员预测: ~0.2元/月/班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一个班级月AI成本: &lt; 5元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840"/>
                </a:solidFill>
              </a:rPr>
              <a:t>市场与竞争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280160"/>
            <a:ext cx="2468880" cy="1645920"/>
          </a:xfrm>
          <a:prstGeom prst="roundRect">
            <a:avLst/>
          </a:prstGeom>
          <a:solidFill>
            <a:srgbClr val="1C284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A58A"/>
                </a:solidFill>
              </a:rPr>
              <a:t>中国高校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CDC4"/>
                </a:solidFill>
              </a:rPr>
              <a:t>3,012所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0" y="1280160"/>
            <a:ext cx="2468880" cy="1645920"/>
          </a:xfrm>
          <a:prstGeom prst="roundRect">
            <a:avLst/>
          </a:prstGeom>
          <a:solidFill>
            <a:srgbClr val="1C284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463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A58A"/>
                </a:solidFill>
              </a:rPr>
              <a:t>在校大学生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2011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CDC4"/>
                </a:solidFill>
              </a:rPr>
              <a:t>3,000万+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0" y="1280160"/>
            <a:ext cx="2468880" cy="1645920"/>
          </a:xfrm>
          <a:prstGeom prst="roundRect">
            <a:avLst/>
          </a:prstGeom>
          <a:solidFill>
            <a:srgbClr val="1C284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463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A58A"/>
                </a:solidFill>
              </a:rPr>
              <a:t>辅导员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CDC4"/>
                </a:solidFill>
              </a:rPr>
              <a:t>50万+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0" y="1280160"/>
            <a:ext cx="2468880" cy="1645920"/>
          </a:xfrm>
          <a:prstGeom prst="roundRect">
            <a:avLst/>
          </a:prstGeom>
          <a:solidFill>
            <a:srgbClr val="1C284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1463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A58A"/>
                </a:solidFill>
              </a:rPr>
              <a:t>高校信息化预算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0" y="20116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CDC4"/>
                </a:solidFill>
              </a:rPr>
              <a:t>200-500万/校/年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A58A"/>
                </a:solidFill>
              </a:rPr>
              <a:t>竞争定位：开创「校园关系基础设施」新品类，不与任何现有管理平台直接竞争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商业模式：按班级SaaS订阅 → 宏观情绪趋势数据服务 → 开放API平台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840"/>
                </a:solidFill>
              </a:rPr>
              <a:t>当前进度与下一步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</a:rPr>
              <a:t>✅ 原型完成 | 30+功能可交互 | 一条命令启动 | 安全审计零漏洞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下一步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P0 真实用户测试：1-2个班级试用2周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P1 生产部署：Vercel + Supabase上线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P1 AI模型微调：基于真实数据优化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P2 移动端适配：PWA或微信小程序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0" y="201168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需要的资源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1名全栈工程师（代码基础扎实）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1名高校关系负责人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资金：服务器+AI API+第三方服务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谢谢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7A6B"/>
                </a:solidFill>
              </a:rPr>
              <a:t>同窗小栈不是工具，是一个学生每天愿意来坐坐的地方。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2026-05-14T14:21:51Z</dcterms:created>
  <dcterms:modified xsi:type="dcterms:W3CDTF">2026-05-14T14:21:51Z</dcterms:modified>
</cp:coreProperties>
</file>